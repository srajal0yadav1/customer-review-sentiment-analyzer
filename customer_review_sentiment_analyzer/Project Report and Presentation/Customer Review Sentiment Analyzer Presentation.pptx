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981042-E522-4172-B8D3-7DC33B11A860}" v="8" dt="2026-05-23T08:51:33.5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67" y="3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jal yadav" userId="71e66c410b455c2d" providerId="LiveId" clId="{C8283906-59EC-4A81-9316-D1134647071A}"/>
    <pc:docChg chg="undo custSel modSld">
      <pc:chgData name="srajal yadav" userId="71e66c410b455c2d" providerId="LiveId" clId="{C8283906-59EC-4A81-9316-D1134647071A}" dt="2026-05-23T08:51:33.570" v="61"/>
      <pc:docMkLst>
        <pc:docMk/>
      </pc:docMkLst>
      <pc:sldChg chg="modSp mod">
        <pc:chgData name="srajal yadav" userId="71e66c410b455c2d" providerId="LiveId" clId="{C8283906-59EC-4A81-9316-D1134647071A}" dt="2026-05-23T07:54:34.315" v="25" actId="20577"/>
        <pc:sldMkLst>
          <pc:docMk/>
          <pc:sldMk cId="0" sldId="256"/>
        </pc:sldMkLst>
        <pc:spChg chg="mod">
          <ac:chgData name="srajal yadav" userId="71e66c410b455c2d" providerId="LiveId" clId="{C8283906-59EC-4A81-9316-D1134647071A}" dt="2026-05-23T07:54:34.315" v="25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rajal yadav" userId="71e66c410b455c2d" providerId="LiveId" clId="{C8283906-59EC-4A81-9316-D1134647071A}" dt="2026-05-23T08:48:07.054" v="40" actId="20577"/>
        <pc:sldMkLst>
          <pc:docMk/>
          <pc:sldMk cId="0" sldId="261"/>
        </pc:sldMkLst>
        <pc:spChg chg="mod">
          <ac:chgData name="srajal yadav" userId="71e66c410b455c2d" providerId="LiveId" clId="{C8283906-59EC-4A81-9316-D1134647071A}" dt="2026-05-23T08:48:07.054" v="40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srajal yadav" userId="71e66c410b455c2d" providerId="LiveId" clId="{C8283906-59EC-4A81-9316-D1134647071A}" dt="2026-05-23T08:48:26.915" v="49" actId="20577"/>
        <pc:sldMkLst>
          <pc:docMk/>
          <pc:sldMk cId="0" sldId="262"/>
        </pc:sldMkLst>
        <pc:spChg chg="mod">
          <ac:chgData name="srajal yadav" userId="71e66c410b455c2d" providerId="LiveId" clId="{C8283906-59EC-4A81-9316-D1134647071A}" dt="2026-05-23T08:48:26.915" v="49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srajal yadav" userId="71e66c410b455c2d" providerId="LiveId" clId="{C8283906-59EC-4A81-9316-D1134647071A}" dt="2026-05-23T08:49:24.637" v="51"/>
        <pc:sldMkLst>
          <pc:docMk/>
          <pc:sldMk cId="0" sldId="263"/>
        </pc:sldMkLst>
        <pc:spChg chg="mod">
          <ac:chgData name="srajal yadav" userId="71e66c410b455c2d" providerId="LiveId" clId="{C8283906-59EC-4A81-9316-D1134647071A}" dt="2026-05-23T08:49:24.637" v="51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srajal yadav" userId="71e66c410b455c2d" providerId="LiveId" clId="{C8283906-59EC-4A81-9316-D1134647071A}" dt="2026-05-23T08:50:32.405" v="54"/>
        <pc:sldMkLst>
          <pc:docMk/>
          <pc:sldMk cId="0" sldId="265"/>
        </pc:sldMkLst>
        <pc:spChg chg="mod">
          <ac:chgData name="srajal yadav" userId="71e66c410b455c2d" providerId="LiveId" clId="{C8283906-59EC-4A81-9316-D1134647071A}" dt="2026-05-23T08:50:32.405" v="54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srajal yadav" userId="71e66c410b455c2d" providerId="LiveId" clId="{C8283906-59EC-4A81-9316-D1134647071A}" dt="2026-05-23T08:51:33.570" v="61"/>
        <pc:sldMkLst>
          <pc:docMk/>
          <pc:sldMk cId="0" sldId="266"/>
        </pc:sldMkLst>
        <pc:spChg chg="mod">
          <ac:chgData name="srajal yadav" userId="71e66c410b455c2d" providerId="LiveId" clId="{C8283906-59EC-4A81-9316-D1134647071A}" dt="2026-05-23T08:51:33.570" v="61"/>
          <ac:spMkLst>
            <pc:docMk/>
            <pc:sldMk cId="0" sldId="26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Review Sentiment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Industry Project Presentation</a:t>
            </a:r>
          </a:p>
          <a:p>
            <a:endParaRPr dirty="0"/>
          </a:p>
          <a:p>
            <a:r>
              <a:rPr dirty="0"/>
              <a:t>Presented by: </a:t>
            </a:r>
            <a:r>
              <a:rPr lang="en-IN" dirty="0"/>
              <a:t>Srajal</a:t>
            </a:r>
            <a:r>
              <a:rPr dirty="0"/>
              <a:t> </a:t>
            </a:r>
            <a:r>
              <a:rPr lang="en-IN"/>
              <a:t>Yadav</a:t>
            </a:r>
            <a:endParaRPr dirty="0"/>
          </a:p>
          <a:p>
            <a:r>
              <a:rPr dirty="0"/>
              <a:t>Company: </a:t>
            </a:r>
            <a:r>
              <a:rPr dirty="0" err="1"/>
              <a:t>MPOnline</a:t>
            </a:r>
            <a:r>
              <a:rPr dirty="0"/>
              <a:t> Limited, Bhopal</a:t>
            </a:r>
          </a:p>
          <a:p>
            <a:r>
              <a:rPr dirty="0"/>
              <a:t>Guide: Mr. Atul Kumar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Machine Learning based sentiment analysis system</a:t>
            </a:r>
          </a:p>
          <a:p>
            <a:pPr>
              <a:defRPr sz="2000"/>
            </a:pPr>
            <a:r>
              <a:t>Classifies reviews into Positive, Neutral, and Negative</a:t>
            </a:r>
          </a:p>
          <a:p>
            <a:pPr>
              <a:defRPr sz="2000"/>
            </a:pPr>
            <a:r>
              <a:t>Uses NLP and TF-IDF techniques</a:t>
            </a:r>
          </a:p>
          <a:p>
            <a:pPr>
              <a:defRPr sz="2000"/>
            </a:pPr>
            <a:r>
              <a:t>Developed using Python and Streamlit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Manual review analysis is time-consuming</a:t>
            </a:r>
          </a:p>
          <a:p>
            <a:pPr>
              <a:defRPr sz="2000"/>
            </a:pPr>
            <a:r>
              <a:t>Large e-commerce platforms receive huge review volumes</a:t>
            </a:r>
          </a:p>
          <a:p>
            <a:pPr>
              <a:defRPr sz="2000"/>
            </a:pPr>
            <a:r>
              <a:t>Businesses need automated sentiment understanding</a:t>
            </a:r>
          </a:p>
          <a:p>
            <a:pPr>
              <a:defRPr sz="2000"/>
            </a:pPr>
            <a:r>
              <a:t>Goal: automate customer sentiment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Build a sentiment classification system</a:t>
            </a:r>
          </a:p>
          <a:p>
            <a:pPr>
              <a:defRPr sz="2000"/>
            </a:pPr>
            <a:r>
              <a:t>Perform text preprocessing using NLP</a:t>
            </a:r>
          </a:p>
          <a:p>
            <a:pPr>
              <a:defRPr sz="2000"/>
            </a:pPr>
            <a:r>
              <a:t>Train and evaluate ML models</a:t>
            </a:r>
          </a:p>
          <a:p>
            <a:pPr>
              <a:defRPr sz="2000"/>
            </a:pPr>
            <a:r>
              <a:t>Develop user-friendly Streamlit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Dataset: Amazon Product Reviews (Kaggle)</a:t>
            </a:r>
          </a:p>
          <a:p>
            <a:pPr>
              <a:defRPr sz="2000"/>
            </a:pPr>
            <a:r>
              <a:t>Total records: 50,000</a:t>
            </a:r>
          </a:p>
          <a:p>
            <a:pPr>
              <a:defRPr sz="2000"/>
            </a:pPr>
            <a:r>
              <a:t>Review ratings mapped to sentiments</a:t>
            </a:r>
          </a:p>
          <a:p>
            <a:pPr>
              <a:defRPr sz="2000"/>
            </a:pPr>
            <a:r>
              <a:t>Positive: 76.8%, Negative: 15.1%, Neutral: 8.1%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Python</a:t>
            </a:r>
          </a:p>
          <a:p>
            <a:pPr>
              <a:defRPr sz="2000"/>
            </a:pPr>
            <a:r>
              <a:rPr dirty="0"/>
              <a:t>pandas and NumPy</a:t>
            </a:r>
          </a:p>
          <a:p>
            <a:pPr>
              <a:defRPr sz="2000"/>
            </a:pPr>
            <a:r>
              <a:rPr dirty="0"/>
              <a:t>scikit-learn</a:t>
            </a:r>
          </a:p>
          <a:p>
            <a:pPr>
              <a:defRPr sz="2000"/>
            </a:pPr>
            <a:r>
              <a:rPr lang="en-IN" dirty="0"/>
              <a:t>NLTK</a:t>
            </a:r>
            <a:endParaRPr dirty="0"/>
          </a:p>
          <a:p>
            <a:pPr>
              <a:defRPr sz="2000"/>
            </a:pPr>
            <a:r>
              <a:rPr dirty="0" err="1"/>
              <a:t>Streamlit</a:t>
            </a:r>
            <a:endParaRPr dirty="0"/>
          </a:p>
          <a:p>
            <a:pPr>
              <a:defRPr sz="2000"/>
            </a:pPr>
            <a:r>
              <a:rPr dirty="0"/>
              <a:t>VS Code and GitHub</a:t>
            </a:r>
            <a:endParaRPr lang="en-IN" dirty="0"/>
          </a:p>
          <a:p>
            <a:pPr>
              <a:defRPr sz="2000"/>
            </a:pPr>
            <a:r>
              <a:rPr lang="en-IN" dirty="0"/>
              <a:t>Flask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Lowercasing text</a:t>
            </a:r>
          </a:p>
          <a:p>
            <a:pPr>
              <a:defRPr sz="2000"/>
            </a:pPr>
            <a:r>
              <a:rPr dirty="0"/>
              <a:t>Removing HTML tags and URLs</a:t>
            </a:r>
          </a:p>
          <a:p>
            <a:pPr>
              <a:defRPr sz="2000"/>
            </a:pPr>
            <a:r>
              <a:rPr dirty="0"/>
              <a:t>Removing stop words</a:t>
            </a:r>
          </a:p>
          <a:p>
            <a:pPr>
              <a:defRPr sz="2000"/>
            </a:pPr>
            <a:r>
              <a:rPr dirty="0"/>
              <a:t>Lemmatization using </a:t>
            </a:r>
            <a:r>
              <a:rPr lang="en-IN" dirty="0"/>
              <a:t>NLTK</a:t>
            </a:r>
            <a:endParaRPr dirty="0"/>
          </a:p>
          <a:p>
            <a:pPr>
              <a:defRPr sz="2000"/>
            </a:pPr>
            <a:r>
              <a:rPr dirty="0"/>
              <a:t>TF-IDF vectorization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Naive Bayes</a:t>
            </a:r>
          </a:p>
          <a:p>
            <a:pPr>
              <a:defRPr sz="2000"/>
            </a:pPr>
            <a:r>
              <a:rPr dirty="0"/>
              <a:t>Logistic Regression</a:t>
            </a:r>
          </a:p>
          <a:p>
            <a:pPr>
              <a:defRPr sz="2000"/>
            </a:pPr>
            <a:r>
              <a:rPr dirty="0"/>
              <a:t>Linear SVM</a:t>
            </a:r>
          </a:p>
          <a:p>
            <a:pPr>
              <a:defRPr sz="2000"/>
            </a:pPr>
            <a:r>
              <a:rPr dirty="0"/>
              <a:t>Compared using Accuracy and F1-score</a:t>
            </a:r>
            <a:endParaRPr lang="en-IN" dirty="0"/>
          </a:p>
          <a:p>
            <a:pPr>
              <a:defRPr sz="2000"/>
            </a:pPr>
            <a:r>
              <a:rPr lang="en-US" dirty="0"/>
              <a:t>Probability calibration for UI confidence scores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Naive Bayes Accuracy: 83.71%</a:t>
            </a:r>
          </a:p>
          <a:p>
            <a:pPr>
              <a:defRPr sz="2000"/>
            </a:pPr>
            <a:r>
              <a:rPr dirty="0"/>
              <a:t>Logistic Regression Accuracy: 85.36%</a:t>
            </a:r>
          </a:p>
          <a:p>
            <a:pPr>
              <a:defRPr sz="2000"/>
            </a:pPr>
            <a:r>
              <a:rPr dirty="0"/>
              <a:t>Linear SVM Accuracy: 86.23%</a:t>
            </a:r>
          </a:p>
          <a:p>
            <a:pPr>
              <a:defRPr sz="2000"/>
            </a:pPr>
            <a:r>
              <a:rPr dirty="0"/>
              <a:t>Linear SVM achieved best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Dataset Collection</a:t>
            </a:r>
          </a:p>
          <a:p>
            <a:pPr>
              <a:defRPr sz="2000"/>
            </a:pPr>
            <a:r>
              <a:rPr dirty="0"/>
              <a:t>Preprocessing</a:t>
            </a:r>
          </a:p>
          <a:p>
            <a:pPr>
              <a:defRPr sz="2000"/>
            </a:pPr>
            <a:r>
              <a:rPr dirty="0"/>
              <a:t>Feature Extraction</a:t>
            </a:r>
            <a:endParaRPr lang="en-IN" dirty="0"/>
          </a:p>
          <a:p>
            <a:pPr>
              <a:defRPr sz="2000"/>
            </a:pPr>
            <a:r>
              <a:rPr lang="en-IN" dirty="0"/>
              <a:t>Unit Testing </a:t>
            </a:r>
            <a:endParaRPr dirty="0"/>
          </a:p>
          <a:p>
            <a:pPr>
              <a:defRPr sz="2000"/>
            </a:pPr>
            <a:r>
              <a:rPr dirty="0"/>
              <a:t>Model Training</a:t>
            </a:r>
          </a:p>
          <a:p>
            <a:pPr>
              <a:defRPr sz="2000"/>
            </a:pPr>
            <a:r>
              <a:rPr dirty="0"/>
              <a:t>Evaluation</a:t>
            </a:r>
          </a:p>
          <a:p>
            <a:pPr>
              <a:defRPr sz="2000"/>
            </a:pPr>
            <a:r>
              <a:rPr lang="en-IN" dirty="0"/>
              <a:t>Deployment via Flask API &amp; </a:t>
            </a:r>
            <a:r>
              <a:rPr lang="en-IN" dirty="0" err="1"/>
              <a:t>Streamlit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Class imbalance in dataset</a:t>
            </a:r>
          </a:p>
          <a:p>
            <a:pPr>
              <a:defRPr sz="2000"/>
            </a:pPr>
            <a:r>
              <a:rPr dirty="0"/>
              <a:t>Long preprocessing time</a:t>
            </a:r>
          </a:p>
          <a:p>
            <a:pPr>
              <a:defRPr sz="2000"/>
            </a:pPr>
            <a:r>
              <a:rPr dirty="0"/>
              <a:t>Optimizing NLP pipeline</a:t>
            </a:r>
          </a:p>
          <a:p>
            <a:pPr>
              <a:defRPr sz="2000"/>
            </a:pPr>
            <a:r>
              <a:rPr dirty="0"/>
              <a:t>Handling large review texts</a:t>
            </a:r>
            <a:endParaRPr lang="en-IN" dirty="0"/>
          </a:p>
          <a:p>
            <a:pPr>
              <a:defRPr sz="2000"/>
            </a:pPr>
            <a:r>
              <a:rPr lang="en-US" dirty="0"/>
              <a:t>Developing rigorous unit tests for edge cases in text cleaning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Cloud deployment</a:t>
            </a:r>
          </a:p>
          <a:p>
            <a:pPr>
              <a:defRPr sz="2000"/>
            </a:pPr>
            <a:r>
              <a:t>Real-time review monitoring</a:t>
            </a:r>
          </a:p>
          <a:p>
            <a:pPr>
              <a:defRPr sz="2000"/>
            </a:pPr>
            <a:r>
              <a:t>Multilingual sentiment analysis</a:t>
            </a:r>
          </a:p>
          <a:p>
            <a:pPr>
              <a:defRPr sz="2000"/>
            </a:pPr>
            <a:r>
              <a:t>Deep Learning models like BERT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Successfully built sentiment analysis application</a:t>
            </a:r>
          </a:p>
          <a:p>
            <a:pPr>
              <a:defRPr sz="2000"/>
            </a:pPr>
            <a:r>
              <a:t>Achieved good classification accuracy</a:t>
            </a:r>
          </a:p>
          <a:p>
            <a:pPr>
              <a:defRPr sz="2000"/>
            </a:pPr>
            <a:r>
              <a:t>Developed interactive Streamlit interface</a:t>
            </a:r>
          </a:p>
          <a:p>
            <a:pPr>
              <a:defRPr sz="2000"/>
            </a:pPr>
            <a:r>
              <a:t>Improved practical NLP and ML understanding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Home Page</a:t>
            </a:r>
          </a:p>
        </p:txBody>
      </p:sp>
      <p:pic>
        <p:nvPicPr>
          <p:cNvPr id="3" name="Picture 2" descr="Home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083559" cy="493435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Review Prediction</a:t>
            </a:r>
          </a:p>
        </p:txBody>
      </p:sp>
      <p:pic>
        <p:nvPicPr>
          <p:cNvPr id="3" name="Picture 2" descr="Single Review Prediction 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404214" cy="4687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Batch Analysis Result</a:t>
            </a:r>
          </a:p>
        </p:txBody>
      </p:sp>
      <p:pic>
        <p:nvPicPr>
          <p:cNvPr id="3" name="Picture 2" descr="Batch Analysis 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89" y="1417320"/>
            <a:ext cx="6214189" cy="48814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 in VS Code</a:t>
            </a:r>
          </a:p>
        </p:txBody>
      </p:sp>
      <p:pic>
        <p:nvPicPr>
          <p:cNvPr id="3" name="Picture 2" descr="VS Code Project 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82" y="1417320"/>
            <a:ext cx="4301411" cy="525001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161</TotalTime>
  <Words>299</Words>
  <Application>Microsoft Office PowerPoint</Application>
  <PresentationFormat>On-screen Show (4:3)</PresentationFormat>
  <Paragraphs>92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Franklin Gothic Book</vt:lpstr>
      <vt:lpstr>Wingdings 2</vt:lpstr>
      <vt:lpstr>Technic</vt:lpstr>
      <vt:lpstr>Customer Review Sentiment Analyzer</vt:lpstr>
      <vt:lpstr>Project Overview</vt:lpstr>
      <vt:lpstr>Problem Statement</vt:lpstr>
      <vt:lpstr>Objectives</vt:lpstr>
      <vt:lpstr>Dataset Information</vt:lpstr>
      <vt:lpstr>Technologies Used</vt:lpstr>
      <vt:lpstr>Preprocessing Pipeline</vt:lpstr>
      <vt:lpstr>Machine Learning Models</vt:lpstr>
      <vt:lpstr>Model Performance</vt:lpstr>
      <vt:lpstr>System Workflow</vt:lpstr>
      <vt:lpstr>Challenges Faced</vt:lpstr>
      <vt:lpstr>Future Enhancements</vt:lpstr>
      <vt:lpstr>Conclusion</vt:lpstr>
      <vt:lpstr>Streamlit Home Page</vt:lpstr>
      <vt:lpstr>Single Review Prediction</vt:lpstr>
      <vt:lpstr>Batch Analysis Result</vt:lpstr>
      <vt:lpstr>Project Structure in VS Code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Review Sentiment Analyzer</dc:title>
  <dc:subject/>
  <dc:creator/>
  <cp:keywords/>
  <dc:description>generated using python-pptx</dc:description>
  <cp:lastModifiedBy>srajal yadav</cp:lastModifiedBy>
  <cp:revision>7</cp:revision>
  <dcterms:created xsi:type="dcterms:W3CDTF">2013-01-27T09:14:16Z</dcterms:created>
  <dcterms:modified xsi:type="dcterms:W3CDTF">2026-05-23T08:52:28Z</dcterms:modified>
  <cp:category/>
</cp:coreProperties>
</file>